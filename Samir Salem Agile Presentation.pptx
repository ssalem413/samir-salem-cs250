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72"/>
    <p:restoredTop sz="94668"/>
  </p:normalViewPr>
  <p:slideViewPr>
    <p:cSldViewPr snapToGrid="0">
      <p:cViewPr varScale="1">
        <p:scale>
          <a:sx n="104" d="100"/>
          <a:sy n="104" d="100"/>
        </p:scale>
        <p:origin x="216"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4/19/26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4/19/26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CDDF0-4446-3C42-4F00-A2E7BA8D3883}"/>
              </a:ext>
            </a:extLst>
          </p:cNvPr>
          <p:cNvSpPr>
            <a:spLocks noGrp="1"/>
          </p:cNvSpPr>
          <p:nvPr>
            <p:ph type="ctrTitle"/>
          </p:nvPr>
        </p:nvSpPr>
        <p:spPr/>
        <p:txBody>
          <a:bodyPr/>
          <a:lstStyle/>
          <a:p>
            <a:r>
              <a:rPr lang="en-US" dirty="0"/>
              <a:t>Agile Presentation</a:t>
            </a:r>
          </a:p>
        </p:txBody>
      </p:sp>
      <p:sp>
        <p:nvSpPr>
          <p:cNvPr id="3" name="Subtitle 2">
            <a:extLst>
              <a:ext uri="{FF2B5EF4-FFF2-40B4-BE49-F238E27FC236}">
                <a16:creationId xmlns:a16="http://schemas.microsoft.com/office/drawing/2014/main" id="{BD993141-9A32-5B02-D211-BF7186CB1B07}"/>
              </a:ext>
            </a:extLst>
          </p:cNvPr>
          <p:cNvSpPr>
            <a:spLocks noGrp="1"/>
          </p:cNvSpPr>
          <p:nvPr>
            <p:ph type="subTitle" idx="1"/>
          </p:nvPr>
        </p:nvSpPr>
        <p:spPr/>
        <p:txBody>
          <a:bodyPr/>
          <a:lstStyle/>
          <a:p>
            <a:r>
              <a:rPr lang="en-US" dirty="0"/>
              <a:t>Samir Salem</a:t>
            </a:r>
          </a:p>
        </p:txBody>
      </p:sp>
    </p:spTree>
    <p:extLst>
      <p:ext uri="{BB962C8B-B14F-4D97-AF65-F5344CB8AC3E}">
        <p14:creationId xmlns:p14="http://schemas.microsoft.com/office/powerpoint/2010/main" val="1807350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B4773-D278-A7D9-3D48-C2DB78EEE8AE}"/>
              </a:ext>
            </a:extLst>
          </p:cNvPr>
          <p:cNvSpPr>
            <a:spLocks noGrp="1"/>
          </p:cNvSpPr>
          <p:nvPr>
            <p:ph type="title"/>
          </p:nvPr>
        </p:nvSpPr>
        <p:spPr/>
        <p:txBody>
          <a:bodyPr/>
          <a:lstStyle/>
          <a:p>
            <a:r>
              <a:rPr lang="en-US" dirty="0"/>
              <a:t>Agile Roles</a:t>
            </a:r>
          </a:p>
        </p:txBody>
      </p:sp>
      <p:sp>
        <p:nvSpPr>
          <p:cNvPr id="3" name="Content Placeholder 2">
            <a:extLst>
              <a:ext uri="{FF2B5EF4-FFF2-40B4-BE49-F238E27FC236}">
                <a16:creationId xmlns:a16="http://schemas.microsoft.com/office/drawing/2014/main" id="{F2F9DD51-B889-F05B-0484-CE0C7F0DA17B}"/>
              </a:ext>
            </a:extLst>
          </p:cNvPr>
          <p:cNvSpPr>
            <a:spLocks noGrp="1"/>
          </p:cNvSpPr>
          <p:nvPr>
            <p:ph idx="1"/>
          </p:nvPr>
        </p:nvSpPr>
        <p:spPr>
          <a:xfrm>
            <a:off x="2057399" y="1603082"/>
            <a:ext cx="9577841" cy="5254918"/>
          </a:xfrm>
        </p:spPr>
        <p:txBody>
          <a:bodyPr>
            <a:normAutofit/>
          </a:bodyPr>
          <a:lstStyle/>
          <a:p>
            <a:r>
              <a:rPr lang="en-US" sz="2000" b="1" dirty="0"/>
              <a:t>Product Owner- </a:t>
            </a:r>
            <a:r>
              <a:rPr lang="en-US" sz="2000" dirty="0"/>
              <a:t>tasked with conveying a clear vision to the Scrum team. They divide which features and functions are prioritized. Communicates with stakeholders about what's being built to ensure customer needs are met.</a:t>
            </a:r>
          </a:p>
          <a:p>
            <a:r>
              <a:rPr lang="en-US" sz="2000" b="1" dirty="0"/>
              <a:t>Scrum Master- </a:t>
            </a:r>
            <a:r>
              <a:rPr lang="en-US" sz="2000" dirty="0"/>
              <a:t>plays the role of a mediator in the Scrum team. Assists product owners in defining customer demands and then communicating them with the development team.</a:t>
            </a:r>
          </a:p>
          <a:p>
            <a:r>
              <a:rPr lang="en-US" sz="2000" b="1" dirty="0"/>
              <a:t>Development Team-</a:t>
            </a:r>
          </a:p>
          <a:p>
            <a:pPr lvl="1"/>
            <a:r>
              <a:rPr lang="en-US" sz="2000" b="1" dirty="0"/>
              <a:t>Designers- </a:t>
            </a:r>
            <a:r>
              <a:rPr lang="en-US" sz="2000" dirty="0"/>
              <a:t>responsible for designing the product and user interface.</a:t>
            </a:r>
          </a:p>
          <a:p>
            <a:pPr lvl="1"/>
            <a:r>
              <a:rPr lang="en-US" sz="2000" b="1" dirty="0"/>
              <a:t>Developers- </a:t>
            </a:r>
            <a:r>
              <a:rPr lang="en-US" sz="2000" dirty="0"/>
              <a:t>responsible for the programming, testing and debugging of the product.</a:t>
            </a:r>
          </a:p>
          <a:p>
            <a:pPr lvl="1"/>
            <a:r>
              <a:rPr lang="en-US" sz="2000" b="1" dirty="0"/>
              <a:t>Testers(QA)- </a:t>
            </a:r>
            <a:r>
              <a:rPr lang="en-US" sz="2000" dirty="0"/>
              <a:t>responsible for ensuring everything works as it should, both before and after a release.</a:t>
            </a:r>
            <a:endParaRPr lang="en-US" sz="2000" b="1" dirty="0"/>
          </a:p>
        </p:txBody>
      </p:sp>
    </p:spTree>
    <p:extLst>
      <p:ext uri="{BB962C8B-B14F-4D97-AF65-F5344CB8AC3E}">
        <p14:creationId xmlns:p14="http://schemas.microsoft.com/office/powerpoint/2010/main" val="2365672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AC004-119D-8C47-08E9-DC47FBCB5960}"/>
              </a:ext>
            </a:extLst>
          </p:cNvPr>
          <p:cNvSpPr>
            <a:spLocks noGrp="1"/>
          </p:cNvSpPr>
          <p:nvPr>
            <p:ph type="title"/>
          </p:nvPr>
        </p:nvSpPr>
        <p:spPr/>
        <p:txBody>
          <a:bodyPr/>
          <a:lstStyle/>
          <a:p>
            <a:r>
              <a:rPr lang="en-US" dirty="0"/>
              <a:t>Agile Phases</a:t>
            </a:r>
          </a:p>
        </p:txBody>
      </p:sp>
      <p:sp>
        <p:nvSpPr>
          <p:cNvPr id="3" name="Content Placeholder 2">
            <a:extLst>
              <a:ext uri="{FF2B5EF4-FFF2-40B4-BE49-F238E27FC236}">
                <a16:creationId xmlns:a16="http://schemas.microsoft.com/office/drawing/2014/main" id="{52F38E1D-E9BE-6B61-B259-82F91E9D94F9}"/>
              </a:ext>
            </a:extLst>
          </p:cNvPr>
          <p:cNvSpPr>
            <a:spLocks noGrp="1"/>
          </p:cNvSpPr>
          <p:nvPr>
            <p:ph idx="1"/>
          </p:nvPr>
        </p:nvSpPr>
        <p:spPr>
          <a:xfrm>
            <a:off x="2589212" y="1485900"/>
            <a:ext cx="8915400" cy="4963886"/>
          </a:xfrm>
        </p:spPr>
        <p:txBody>
          <a:bodyPr>
            <a:noAutofit/>
          </a:bodyPr>
          <a:lstStyle/>
          <a:p>
            <a:r>
              <a:rPr lang="en-US" sz="2000" b="1" dirty="0"/>
              <a:t>1. Planning - </a:t>
            </a:r>
            <a:r>
              <a:rPr lang="en-US" sz="2000" dirty="0"/>
              <a:t>This phase starts by brainstorming  high level project details. The team focuses on ideas such as the problems or use case the software will solve, who will use it and how the software might interact with other applications and systems.</a:t>
            </a:r>
          </a:p>
          <a:p>
            <a:r>
              <a:rPr lang="en-US" sz="2000" b="1" dirty="0"/>
              <a:t>2.Analysis/Requirements – </a:t>
            </a:r>
            <a:r>
              <a:rPr lang="en-US" sz="2000" dirty="0"/>
              <a:t>Analysis involves gathering user requirements, conducting market research and feasibility testing, evaluating prototypes and allocating resources. At the end, the team understands the scope of the project, its functional and technical specifications and how to organize tasks and workflows.</a:t>
            </a:r>
          </a:p>
          <a:p>
            <a:r>
              <a:rPr lang="en-US" sz="2000" b="1" dirty="0"/>
              <a:t>3. Design – </a:t>
            </a:r>
            <a:r>
              <a:rPr lang="en-US" sz="2000" dirty="0"/>
              <a:t>Culminates in the creation of an early prototype or multiple prototypes, which can be shown to stakeholders and end users to solicit feedback.</a:t>
            </a:r>
          </a:p>
          <a:p>
            <a:r>
              <a:rPr lang="en-US" sz="2000" b="1" dirty="0"/>
              <a:t>4. Development/Coding – </a:t>
            </a:r>
            <a:r>
              <a:rPr lang="en-US" sz="2000" dirty="0"/>
              <a:t>The writing of code and budling of the software done during this phase. This phase involves building  any additional systems or interfaces necessary for the software to function properly.</a:t>
            </a:r>
            <a:endParaRPr lang="en-US" sz="2000" b="1" dirty="0"/>
          </a:p>
        </p:txBody>
      </p:sp>
    </p:spTree>
    <p:extLst>
      <p:ext uri="{BB962C8B-B14F-4D97-AF65-F5344CB8AC3E}">
        <p14:creationId xmlns:p14="http://schemas.microsoft.com/office/powerpoint/2010/main" val="1241289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F43F3-0B73-F022-5EA7-1E8EB3B27782}"/>
              </a:ext>
            </a:extLst>
          </p:cNvPr>
          <p:cNvSpPr>
            <a:spLocks noGrp="1"/>
          </p:cNvSpPr>
          <p:nvPr>
            <p:ph type="title"/>
          </p:nvPr>
        </p:nvSpPr>
        <p:spPr/>
        <p:txBody>
          <a:bodyPr/>
          <a:lstStyle/>
          <a:p>
            <a:r>
              <a:rPr lang="en-US" dirty="0"/>
              <a:t>Agile Phases</a:t>
            </a:r>
          </a:p>
        </p:txBody>
      </p:sp>
      <p:sp>
        <p:nvSpPr>
          <p:cNvPr id="3" name="Content Placeholder 2">
            <a:extLst>
              <a:ext uri="{FF2B5EF4-FFF2-40B4-BE49-F238E27FC236}">
                <a16:creationId xmlns:a16="http://schemas.microsoft.com/office/drawing/2014/main" id="{4171B73E-D100-8BB1-ABB2-4E54228CB198}"/>
              </a:ext>
            </a:extLst>
          </p:cNvPr>
          <p:cNvSpPr>
            <a:spLocks noGrp="1"/>
          </p:cNvSpPr>
          <p:nvPr>
            <p:ph idx="1"/>
          </p:nvPr>
        </p:nvSpPr>
        <p:spPr>
          <a:xfrm>
            <a:off x="2302329" y="1665514"/>
            <a:ext cx="9202283" cy="5192486"/>
          </a:xfrm>
        </p:spPr>
        <p:txBody>
          <a:bodyPr>
            <a:normAutofit/>
          </a:bodyPr>
          <a:lstStyle/>
          <a:p>
            <a:r>
              <a:rPr lang="en-US" sz="2000" b="1" dirty="0"/>
              <a:t>5. Testing – </a:t>
            </a:r>
            <a:r>
              <a:rPr lang="en-US" sz="2000" dirty="0"/>
              <a:t>During this phase the team looks for opportunities to eliminate bugs and enhance the final product. Unit testing, integration testing, system testing, acceptance testing may be performed to make sure all parts of the software works as intended.</a:t>
            </a:r>
          </a:p>
          <a:p>
            <a:r>
              <a:rPr lang="en-US" sz="2000" b="1" dirty="0"/>
              <a:t>6. Deployment- </a:t>
            </a:r>
            <a:r>
              <a:rPr lang="en-US" sz="2000" dirty="0"/>
              <a:t>This phases involves rolling out the meticulously tested and fine-tuned software to its end users. This responsibility might involve creating user manuals, conducting training sessions, or offering on-site report.</a:t>
            </a:r>
          </a:p>
          <a:p>
            <a:r>
              <a:rPr lang="en-US" sz="2000" b="1" dirty="0"/>
              <a:t>7. Maintenance- </a:t>
            </a:r>
            <a:r>
              <a:rPr lang="en-US" sz="2000" dirty="0"/>
              <a:t>The primary focus is to adapt to the software’s changing needs. This adaptation involves responding to user feedback, resolving unexpected issues, and upgrading the software based on user’s evolving requirements. The maintenance phase also considers long-term strategies, for instance upgrading or replacing the software.</a:t>
            </a:r>
            <a:endParaRPr lang="en-US" sz="2000" b="1" dirty="0"/>
          </a:p>
        </p:txBody>
      </p:sp>
    </p:spTree>
    <p:extLst>
      <p:ext uri="{BB962C8B-B14F-4D97-AF65-F5344CB8AC3E}">
        <p14:creationId xmlns:p14="http://schemas.microsoft.com/office/powerpoint/2010/main" val="9137370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45631-E7EF-D220-9750-EC52D554C757}"/>
              </a:ext>
            </a:extLst>
          </p:cNvPr>
          <p:cNvSpPr>
            <a:spLocks noGrp="1"/>
          </p:cNvSpPr>
          <p:nvPr>
            <p:ph type="title"/>
          </p:nvPr>
        </p:nvSpPr>
        <p:spPr/>
        <p:txBody>
          <a:bodyPr/>
          <a:lstStyle/>
          <a:p>
            <a:r>
              <a:rPr lang="en-US" dirty="0"/>
              <a:t>Waterfall Model</a:t>
            </a:r>
          </a:p>
        </p:txBody>
      </p:sp>
      <p:sp>
        <p:nvSpPr>
          <p:cNvPr id="3" name="Content Placeholder 2">
            <a:extLst>
              <a:ext uri="{FF2B5EF4-FFF2-40B4-BE49-F238E27FC236}">
                <a16:creationId xmlns:a16="http://schemas.microsoft.com/office/drawing/2014/main" id="{A79B3135-AAC1-7279-4402-408E4C6E7CB4}"/>
              </a:ext>
            </a:extLst>
          </p:cNvPr>
          <p:cNvSpPr>
            <a:spLocks noGrp="1"/>
          </p:cNvSpPr>
          <p:nvPr>
            <p:ph idx="1"/>
          </p:nvPr>
        </p:nvSpPr>
        <p:spPr>
          <a:xfrm>
            <a:off x="2589212" y="1436914"/>
            <a:ext cx="8915400" cy="4474308"/>
          </a:xfrm>
        </p:spPr>
        <p:txBody>
          <a:bodyPr>
            <a:normAutofit/>
          </a:bodyPr>
          <a:lstStyle/>
          <a:p>
            <a:r>
              <a:rPr lang="en-US" sz="2000" dirty="0"/>
              <a:t>Waterfall methodology is a well-established project management workflow. Like a waterfall, each process phase cascades downward sequentially through five stages (requirements, design, implementation, verification, and maintenance).</a:t>
            </a:r>
          </a:p>
          <a:p>
            <a:r>
              <a:rPr lang="en-US" sz="2000" dirty="0"/>
              <a:t>Unlike other methods, such as the Agile methodology, Waterfall doesn't allow flexibility. You must finish one phase before beginning the next. Your team can’t move forward until they resolve any problems.</a:t>
            </a:r>
          </a:p>
          <a:p>
            <a:r>
              <a:rPr lang="en-US" sz="2000" dirty="0"/>
              <a:t>In a Waterfall process, you must complete each project phase before moving to the next. It's pretty rigid and linear. The method relies heavily on all the requirements and thinking done before you begin.</a:t>
            </a:r>
          </a:p>
        </p:txBody>
      </p:sp>
    </p:spTree>
    <p:extLst>
      <p:ext uri="{BB962C8B-B14F-4D97-AF65-F5344CB8AC3E}">
        <p14:creationId xmlns:p14="http://schemas.microsoft.com/office/powerpoint/2010/main" val="704830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88B890-B84C-7704-C5DA-04DDFCE75CC3}"/>
              </a:ext>
            </a:extLst>
          </p:cNvPr>
          <p:cNvSpPr>
            <a:spLocks noGrp="1"/>
          </p:cNvSpPr>
          <p:nvPr>
            <p:ph type="title"/>
          </p:nvPr>
        </p:nvSpPr>
        <p:spPr/>
        <p:txBody>
          <a:bodyPr/>
          <a:lstStyle/>
          <a:p>
            <a:r>
              <a:rPr lang="en-US" dirty="0"/>
              <a:t>Waterfall or Agile?</a:t>
            </a:r>
          </a:p>
        </p:txBody>
      </p:sp>
      <p:sp>
        <p:nvSpPr>
          <p:cNvPr id="3" name="Content Placeholder 2">
            <a:extLst>
              <a:ext uri="{FF2B5EF4-FFF2-40B4-BE49-F238E27FC236}">
                <a16:creationId xmlns:a16="http://schemas.microsoft.com/office/drawing/2014/main" id="{B2DBC346-F3B1-D1D2-047B-C6325FC85A7A}"/>
              </a:ext>
            </a:extLst>
          </p:cNvPr>
          <p:cNvSpPr>
            <a:spLocks noGrp="1"/>
          </p:cNvSpPr>
          <p:nvPr>
            <p:ph idx="1"/>
          </p:nvPr>
        </p:nvSpPr>
        <p:spPr>
          <a:xfrm>
            <a:off x="2589212" y="1485900"/>
            <a:ext cx="8915400" cy="4425322"/>
          </a:xfrm>
        </p:spPr>
        <p:txBody>
          <a:bodyPr/>
          <a:lstStyle/>
          <a:p>
            <a:r>
              <a:rPr lang="en-US" dirty="0"/>
              <a:t>Both of these methodologies are capable of producing the same outcomes if implemented correctly. It also dependent on the product that is being developed.  If a product is clearly defined at the beginning, broken down into phases from the beginning and foresees no changing of requirements along the process then the Waterfall method may be a good mythology to implement. If the opposite is true, then the Agile framework will be better for the development team because it offers flexibility and is broken down into smaller phases than that of Waterfall. In the SNHU Travel project, Agile was the best framework to follow. It provide well needed communication with not only the team but also the stakeholders. Having the ability to prioritize what needed to be done and provided a faster way to detect problems because of earlier testing. Overall, both </a:t>
            </a:r>
            <a:r>
              <a:rPr lang="en-US" dirty="0" err="1"/>
              <a:t>methology</a:t>
            </a:r>
            <a:r>
              <a:rPr lang="en-US" dirty="0"/>
              <a:t> have their strengths and weaknesses and its up to management to decide what is best for their businesses and product developments.</a:t>
            </a:r>
          </a:p>
        </p:txBody>
      </p:sp>
    </p:spTree>
    <p:extLst>
      <p:ext uri="{BB962C8B-B14F-4D97-AF65-F5344CB8AC3E}">
        <p14:creationId xmlns:p14="http://schemas.microsoft.com/office/powerpoint/2010/main" val="1265748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EADACC-7054-2158-1BDE-A83371F2887E}"/>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ED6F871A-C5A0-512B-BF60-5577130AC7D0}"/>
              </a:ext>
            </a:extLst>
          </p:cNvPr>
          <p:cNvSpPr>
            <a:spLocks noGrp="1"/>
          </p:cNvSpPr>
          <p:nvPr>
            <p:ph idx="1"/>
          </p:nvPr>
        </p:nvSpPr>
        <p:spPr>
          <a:xfrm>
            <a:off x="2589212" y="1371600"/>
            <a:ext cx="8915400" cy="4539622"/>
          </a:xfrm>
        </p:spPr>
        <p:txBody>
          <a:bodyPr>
            <a:normAutofit/>
          </a:bodyPr>
          <a:lstStyle/>
          <a:p>
            <a:r>
              <a:rPr lang="en-US" dirty="0"/>
              <a:t>Admin. (2025, April 1). </a:t>
            </a:r>
            <a:r>
              <a:rPr lang="en-US" i="1" dirty="0"/>
              <a:t>Waterfall vs. agile - what’s the best approach for your project management?</a:t>
            </a:r>
            <a:r>
              <a:rPr lang="en-US" dirty="0"/>
              <a:t> Mission Control. https://</a:t>
            </a:r>
            <a:r>
              <a:rPr lang="en-US" dirty="0" err="1"/>
              <a:t>aprika.com</a:t>
            </a:r>
            <a:r>
              <a:rPr lang="en-US" dirty="0"/>
              <a:t>/blog/waterfall-vs-agile-whats-the-best-approach-for-your-project-management/ </a:t>
            </a:r>
          </a:p>
          <a:p>
            <a:r>
              <a:rPr lang="en-US" i="1" dirty="0"/>
              <a:t>Agile team roles and responsibilities: A complete guide</a:t>
            </a:r>
            <a:r>
              <a:rPr lang="en-US" dirty="0"/>
              <a:t>. Multi Project Management Software. (n.d.). https://</a:t>
            </a:r>
            <a:r>
              <a:rPr lang="en-US" dirty="0" err="1"/>
              <a:t>businessmap.io</a:t>
            </a:r>
            <a:r>
              <a:rPr lang="en-US" dirty="0"/>
              <a:t>/blog/agile-team-roles </a:t>
            </a:r>
          </a:p>
          <a:p>
            <a:r>
              <a:rPr lang="en-US" dirty="0"/>
              <a:t>Atlassian. (2026, February 11). </a:t>
            </a:r>
            <a:r>
              <a:rPr lang="en-US" i="1" dirty="0"/>
              <a:t>What is the waterfall methodology?</a:t>
            </a:r>
            <a:r>
              <a:rPr lang="en-US" dirty="0"/>
              <a:t> https://</a:t>
            </a:r>
            <a:r>
              <a:rPr lang="en-US" dirty="0" err="1"/>
              <a:t>www.atlassian.com</a:t>
            </a:r>
            <a:r>
              <a:rPr lang="en-US" dirty="0"/>
              <a:t>/agile/project-management/waterfall-methodology </a:t>
            </a:r>
          </a:p>
          <a:p>
            <a:r>
              <a:rPr lang="en-US" dirty="0"/>
              <a:t>Jackson, G., Kosinski, M., &amp; Holdsworth, J. (2025, November 17). </a:t>
            </a:r>
            <a:r>
              <a:rPr lang="en-US" i="1" dirty="0"/>
              <a:t>What is the Software Development Lifecycle (SDLC)?</a:t>
            </a:r>
            <a:r>
              <a:rPr lang="en-US" dirty="0"/>
              <a:t>. IBM. https://</a:t>
            </a:r>
            <a:r>
              <a:rPr lang="en-US" dirty="0" err="1"/>
              <a:t>www.ibm.com</a:t>
            </a:r>
            <a:r>
              <a:rPr lang="en-US" dirty="0"/>
              <a:t>/think/topics/</a:t>
            </a:r>
            <a:r>
              <a:rPr lang="en-US" dirty="0" err="1"/>
              <a:t>sdlc</a:t>
            </a:r>
            <a:r>
              <a:rPr lang="en-US" dirty="0"/>
              <a:t> </a:t>
            </a:r>
          </a:p>
          <a:p>
            <a:endParaRPr lang="en-US" dirty="0"/>
          </a:p>
        </p:txBody>
      </p:sp>
    </p:spTree>
    <p:extLst>
      <p:ext uri="{BB962C8B-B14F-4D97-AF65-F5344CB8AC3E}">
        <p14:creationId xmlns:p14="http://schemas.microsoft.com/office/powerpoint/2010/main" val="58513965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233</TotalTime>
  <Words>844</Words>
  <Application>Microsoft Macintosh PowerPoint</Application>
  <PresentationFormat>Widescreen</PresentationFormat>
  <Paragraphs>29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Century Gothic</vt:lpstr>
      <vt:lpstr>Wingdings 3</vt:lpstr>
      <vt:lpstr>Wisp</vt:lpstr>
      <vt:lpstr>Agile Presentation</vt:lpstr>
      <vt:lpstr>Agile Roles</vt:lpstr>
      <vt:lpstr>Agile Phases</vt:lpstr>
      <vt:lpstr>Agile Phases</vt:lpstr>
      <vt:lpstr>Waterfall Model</vt:lpstr>
      <vt:lpstr>Waterfall or Agile?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Salem, Samir</dc:creator>
  <cp:lastModifiedBy>Salem, Samir</cp:lastModifiedBy>
  <cp:revision>1</cp:revision>
  <dcterms:created xsi:type="dcterms:W3CDTF">2026-04-19T23:34:47Z</dcterms:created>
  <dcterms:modified xsi:type="dcterms:W3CDTF">2026-04-20T03:27:50Z</dcterms:modified>
</cp:coreProperties>
</file>